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86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28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8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3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5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3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06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2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70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90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497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799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0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5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049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4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30A5DC-D72E-4225-8E43-1779162FC5C3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C00C59-2BD4-4B0C-9270-EF0F342BC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66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mangla581/Evoastra_Ventures_Pvt_Ltd_Anomaly_Detection_Internship_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8CF0-740A-174A-4E04-FB08321EF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0645" y="1847461"/>
            <a:ext cx="7511144" cy="1662502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Evoastra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Ventures Pvt Ltd Internship </a:t>
            </a:r>
            <a:b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EFB32-9BD2-331E-907A-C50F53234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210" y="3509963"/>
            <a:ext cx="7551579" cy="1817817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Name: Chaitanya Mangla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AI &amp; ML Intern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Real World Datasets Energy Anomaly Detection Project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06AC-2AA4-6F8B-EF89-281C58D8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681136"/>
            <a:ext cx="10898155" cy="1184986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Objective of Anomaly Detection  </a:t>
            </a:r>
            <a:endParaRPr lang="en-I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66DEF-D8B9-7629-3122-985CB20E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" y="1866122"/>
            <a:ext cx="10898155" cy="431074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objective of anomaly detection in Machine Learning (ML) is to identify rare, unusual, or abnormal data points that differ significantly from the normal pattern in a dataset. 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Main objectives of anomaly detection  include: 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1. Detect Unusual patterns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Identify errors 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3. Detect Fraud and security threats </a:t>
            </a:r>
          </a:p>
          <a:p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13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C150-D87B-1209-7086-96049147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88" y="597160"/>
            <a:ext cx="10860832" cy="1287625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Anomaly Detection ML Algorithms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C019-A6B9-01E0-5E36-D8A2C413E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80" y="1884785"/>
            <a:ext cx="10985240" cy="4376055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main algorithms which are being used for the Anomaly Detection are :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1. Isolation Forest : This is used for calculating the global anomalies.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Local Outlier Factors : Its used for calculating the local anomalies.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Robust Covariance :  Its used for calculating the statistical anomalies. 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At end, we combine the results of the 3 anomalies for the detection purpose. </a:t>
            </a:r>
            <a:endParaRPr lang="en-I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42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0344-4645-06E7-7E55-DB2613D4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3" y="634482"/>
            <a:ext cx="10870164" cy="105435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Anomaly Detection Projects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73F00-D591-817F-3AED-8B57CAD8D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9" y="1688841"/>
            <a:ext cx="11010122" cy="4534677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various anomalies being made include: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Electricity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Water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3. Chilled Water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4. Hot Water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5.  Solar Energy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6.  Gas Consumption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7. Steam Data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8. Irrigation Data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9. Weather Data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6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653E-C283-83C6-AA06-F5FF536F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625151"/>
            <a:ext cx="10926147" cy="1026368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Electricity Anomaly Detection Graph </a:t>
            </a:r>
            <a:endParaRPr lang="en-I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33768-8CD8-AD31-A5BC-EC139FC8F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1" y="1651519"/>
            <a:ext cx="10767526" cy="4701140"/>
          </a:xfrm>
        </p:spPr>
      </p:pic>
    </p:spTree>
    <p:extLst>
      <p:ext uri="{BB962C8B-B14F-4D97-AF65-F5344CB8AC3E}">
        <p14:creationId xmlns:p14="http://schemas.microsoft.com/office/powerpoint/2010/main" val="409633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E471-62EB-6572-4F4F-13A5FED6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615820"/>
            <a:ext cx="10907486" cy="1073021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Gas Consumption  Anomaly Detection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22EFD-B06E-91CC-0CC8-643CE44B4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2" y="1689100"/>
            <a:ext cx="10907486" cy="4552950"/>
          </a:xfrm>
        </p:spPr>
      </p:pic>
    </p:spTree>
    <p:extLst>
      <p:ext uri="{BB962C8B-B14F-4D97-AF65-F5344CB8AC3E}">
        <p14:creationId xmlns:p14="http://schemas.microsoft.com/office/powerpoint/2010/main" val="40079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A4A8-3077-FB03-78EE-744010CC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559838"/>
            <a:ext cx="10963469" cy="1194318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Hot Water Consumption Graph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C29956-5C49-4A64-ED51-0DF5206CF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754188"/>
            <a:ext cx="10963469" cy="4543425"/>
          </a:xfrm>
        </p:spPr>
      </p:pic>
    </p:spTree>
    <p:extLst>
      <p:ext uri="{BB962C8B-B14F-4D97-AF65-F5344CB8AC3E}">
        <p14:creationId xmlns:p14="http://schemas.microsoft.com/office/powerpoint/2010/main" val="142143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8A22-0DC5-7710-1273-474183C9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485192"/>
            <a:ext cx="11187404" cy="135293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Chilled Water Consumption Data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6DFCD-155E-CAB8-5D97-B38795BA9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7" y="1912938"/>
            <a:ext cx="11066106" cy="4375150"/>
          </a:xfrm>
        </p:spPr>
      </p:pic>
    </p:spTree>
    <p:extLst>
      <p:ext uri="{BB962C8B-B14F-4D97-AF65-F5344CB8AC3E}">
        <p14:creationId xmlns:p14="http://schemas.microsoft.com/office/powerpoint/2010/main" val="321243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4061-AB38-A447-68B1-2DA6B89F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587830"/>
            <a:ext cx="10991461" cy="1296954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Irrigation Anomaly Detection Project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A64551-63E1-77E3-E274-573D9B09D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884363"/>
            <a:ext cx="10991461" cy="4386262"/>
          </a:xfrm>
        </p:spPr>
      </p:pic>
    </p:spTree>
    <p:extLst>
      <p:ext uri="{BB962C8B-B14F-4D97-AF65-F5344CB8AC3E}">
        <p14:creationId xmlns:p14="http://schemas.microsoft.com/office/powerpoint/2010/main" val="228055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FD11-C427-20D8-2A03-264DB5F1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12" y="587830"/>
            <a:ext cx="11056776" cy="1315616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Solar Energy Anomaly Detection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3DA1C4-B49E-306D-1A3C-DC9D5EE70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7" y="1903413"/>
            <a:ext cx="11056776" cy="4367212"/>
          </a:xfrm>
        </p:spPr>
      </p:pic>
    </p:spTree>
    <p:extLst>
      <p:ext uri="{BB962C8B-B14F-4D97-AF65-F5344CB8AC3E}">
        <p14:creationId xmlns:p14="http://schemas.microsoft.com/office/powerpoint/2010/main" val="309980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71F1-7231-9892-A03A-0C07287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1" y="522514"/>
            <a:ext cx="11000791" cy="1101013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Steam Energy Anomaly Detection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F7098-A23D-827B-0A42-04D573159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81" y="1624013"/>
            <a:ext cx="11000791" cy="4572000"/>
          </a:xfrm>
        </p:spPr>
      </p:pic>
    </p:spTree>
    <p:extLst>
      <p:ext uri="{BB962C8B-B14F-4D97-AF65-F5344CB8AC3E}">
        <p14:creationId xmlns:p14="http://schemas.microsoft.com/office/powerpoint/2010/main" val="3720992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D575-FA4E-6472-87A7-4371403E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634483"/>
            <a:ext cx="11290041" cy="1194318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Water Anomaly Detection Project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0B5607-ACF8-2ED4-AAE7-8966BBF3E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91" y="1828800"/>
            <a:ext cx="10954138" cy="4394200"/>
          </a:xfrm>
        </p:spPr>
      </p:pic>
    </p:spTree>
    <p:extLst>
      <p:ext uri="{BB962C8B-B14F-4D97-AF65-F5344CB8AC3E}">
        <p14:creationId xmlns:p14="http://schemas.microsoft.com/office/powerpoint/2010/main" val="372224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720E-C50D-CAAB-190A-EA06882B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597160"/>
            <a:ext cx="11224727" cy="1184988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Weather Data Anomaly Detection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76653-98F8-1052-ADB5-0431911ED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53" y="1782148"/>
            <a:ext cx="3769568" cy="45529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3D4FF-F638-DBAC-9B5A-AEB4042F6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421" y="1782148"/>
            <a:ext cx="4280489" cy="463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F90ADC-ED4A-7139-6475-CD89D86D5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911" y="1782148"/>
            <a:ext cx="3361282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4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8BA9-B19B-99CA-9BCB-53919A87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982132"/>
            <a:ext cx="10926147" cy="130386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GitHub Link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72879-C57C-6173-8C54-91EEE76F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Link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for project : 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Click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013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</TotalTime>
  <Words>246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Garamond</vt:lpstr>
      <vt:lpstr>Organic</vt:lpstr>
      <vt:lpstr>Evoastra Ventures Pvt Ltd Internship  Project</vt:lpstr>
      <vt:lpstr>Objective of Anomaly Detection  </vt:lpstr>
      <vt:lpstr>Anomaly Detection ML Algorithms</vt:lpstr>
      <vt:lpstr>Anomaly Detection Projects</vt:lpstr>
      <vt:lpstr>Electricity Anomaly Detection Graph </vt:lpstr>
      <vt:lpstr>Gas Consumption  Anomaly Detection</vt:lpstr>
      <vt:lpstr>Hot Water Consumption Graph</vt:lpstr>
      <vt:lpstr>Chilled Water Consumption Data</vt:lpstr>
      <vt:lpstr>Irrigation Anomaly Detection Project</vt:lpstr>
      <vt:lpstr>Solar Energy Anomaly Detection</vt:lpstr>
      <vt:lpstr>Steam Energy Anomaly Detection</vt:lpstr>
      <vt:lpstr>Water Anomaly Detection Project</vt:lpstr>
      <vt:lpstr>Weather Data Anomaly Detection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14</cp:revision>
  <dcterms:created xsi:type="dcterms:W3CDTF">2026-02-27T21:59:58Z</dcterms:created>
  <dcterms:modified xsi:type="dcterms:W3CDTF">2026-02-27T22:59:33Z</dcterms:modified>
</cp:coreProperties>
</file>